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03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F53FBA-F373-2699-EAB1-3582F89A1F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59275" y="635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27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Travel Approval Workflow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331720" y="752334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31720" y="75233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Request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325880" y="75233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063230"/>
            <a:ext cx="0" cy="12801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55264" y="1154670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31720" y="1191246"/>
            <a:ext cx="1920240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19124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119124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2142"/>
            <a:ext cx="0" cy="12801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55264" y="1593582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31720" y="1630158"/>
            <a:ext cx="1920240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31720" y="163015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25880" y="163015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RAG Node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941054"/>
            <a:ext cx="0" cy="12801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55264" y="2032494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31720" y="2069070"/>
            <a:ext cx="1920240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31720" y="206907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Agent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25880" y="206907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379966"/>
            <a:ext cx="0" cy="12801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55264" y="2471406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331720" y="2507982"/>
            <a:ext cx="1920240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31720" y="250798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25880" y="250798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2818878"/>
            <a:ext cx="0" cy="128016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55264" y="2910318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331720" y="2946894"/>
            <a:ext cx="1920240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331720" y="294689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325880" y="294689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HITL Node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3257790"/>
            <a:ext cx="0" cy="118872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255264" y="3340086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980944" y="3376662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80944" y="337666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Approved?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325880" y="356868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45920" y="3687558"/>
            <a:ext cx="1335024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45920" y="3687558"/>
            <a:ext cx="0" cy="603504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09344" y="4254486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737360" y="344981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60120" y="429106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60120" y="429106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11480" y="429106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02736" y="3687558"/>
            <a:ext cx="2157984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760720" y="2663430"/>
            <a:ext cx="0" cy="1024128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251960" y="2663430"/>
            <a:ext cx="150876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215384" y="2626854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675888" y="344981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70448" y="290117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Again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870448" y="3175494"/>
            <a:ext cx="777240" cy="192024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870448" y="3175494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Looping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7200" y="907782"/>
            <a:ext cx="0" cy="2779776"/>
          </a:xfrm>
          <a:prstGeom prst="line">
            <a:avLst/>
          </a:prstGeom>
          <a:noFill/>
          <a:ln w="19050">
            <a:solidFill>
              <a:srgbClr val="3730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200" y="907782"/>
            <a:ext cx="137160" cy="0"/>
          </a:xfrm>
          <a:prstGeom prst="line">
            <a:avLst/>
          </a:prstGeom>
          <a:noFill/>
          <a:ln w="1905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57200" y="3687558"/>
            <a:ext cx="137160" cy="0"/>
          </a:xfrm>
          <a:prstGeom prst="line">
            <a:avLst/>
          </a:prstGeom>
          <a:noFill/>
          <a:ln w="1905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On-screen Show (16:9)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Travel Approval Workflow</dc:title>
  <dc:subject>PptxGenJS Presentation</dc:subject>
  <dc:creator>PptxGenJS</dc:creator>
  <cp:lastModifiedBy>Chukkath Kuttan, Lini (Allianz Technology)</cp:lastModifiedBy>
  <cp:revision>5</cp:revision>
  <dcterms:created xsi:type="dcterms:W3CDTF">2026-05-20T04:49:25Z</dcterms:created>
  <dcterms:modified xsi:type="dcterms:W3CDTF">2026-05-20T07:13:57Z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3bc15e-e7bf-41c1-bdb3-03882d8a2e2c_Enabled">
    <vt:lpwstr>true</vt:lpwstr>
  </property>
  <property fmtid="{D5CDD505-2E9C-101B-9397-08002B2CF9AE}" pid="3" name="MSIP_Label_863bc15e-e7bf-41c1-bdb3-03882d8a2e2c_SetDate">
    <vt:lpwstr>2026-05-20T04:53:28Z</vt:lpwstr>
  </property>
  <property fmtid="{D5CDD505-2E9C-101B-9397-08002B2CF9AE}" pid="4" name="MSIP_Label_863bc15e-e7bf-41c1-bdb3-03882d8a2e2c_Method">
    <vt:lpwstr>Privileged</vt:lpwstr>
  </property>
  <property fmtid="{D5CDD505-2E9C-101B-9397-08002B2CF9AE}" pid="5" name="MSIP_Label_863bc15e-e7bf-41c1-bdb3-03882d8a2e2c_Name">
    <vt:lpwstr>863bc15e-e7bf-41c1-bdb3-03882d8a2e2c</vt:lpwstr>
  </property>
  <property fmtid="{D5CDD505-2E9C-101B-9397-08002B2CF9AE}" pid="6" name="MSIP_Label_863bc15e-e7bf-41c1-bdb3-03882d8a2e2c_SiteId">
    <vt:lpwstr>6e06e42d-6925-47c6-b9e7-9581c7ca302a</vt:lpwstr>
  </property>
  <property fmtid="{D5CDD505-2E9C-101B-9397-08002B2CF9AE}" pid="7" name="MSIP_Label_863bc15e-e7bf-41c1-bdb3-03882d8a2e2c_ActionId">
    <vt:lpwstr>9c7dbc2e-3a1d-4cc8-a7d9-0e6ad79330a2</vt:lpwstr>
  </property>
  <property fmtid="{D5CDD505-2E9C-101B-9397-08002B2CF9AE}" pid="8" name="MSIP_Label_863bc15e-e7bf-41c1-bdb3-03882d8a2e2c_ContentBits">
    <vt:lpwstr>1</vt:lpwstr>
  </property>
  <property fmtid="{D5CDD505-2E9C-101B-9397-08002B2CF9AE}" pid="9" name="MSIP_Label_863bc15e-e7bf-41c1-bdb3-03882d8a2e2c_Tag">
    <vt:lpwstr>10, 0, 1, 1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Internal</vt:lpwstr>
  </property>
</Properties>
</file>